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7" r:id="rId2"/>
  </p:sldMasterIdLst>
  <p:notesMasterIdLst>
    <p:notesMasterId r:id="rId12"/>
  </p:notesMasterIdLst>
  <p:sldIdLst>
    <p:sldId id="257" r:id="rId3"/>
    <p:sldId id="275" r:id="rId4"/>
    <p:sldId id="1949" r:id="rId5"/>
    <p:sldId id="1952" r:id="rId6"/>
    <p:sldId id="1947" r:id="rId7"/>
    <p:sldId id="1948" r:id="rId8"/>
    <p:sldId id="1906" r:id="rId9"/>
    <p:sldId id="1908" r:id="rId10"/>
    <p:sldId id="18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E7B82-F50F-40C3-AC7F-A82A13A122E9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919D3-49ED-4CE8-B973-53487158ED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68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919D3-49ED-4CE8-B973-53487158ED0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949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90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93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18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94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76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67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91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23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88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79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327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8021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880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182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700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64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546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 Ar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5ED86-A26C-479A-8393-0BFDCBCD43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783952"/>
            <a:ext cx="10668000" cy="1111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E4664-9EEE-4A2F-B223-5F295C6B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4"/>
            <a:ext cx="10667999" cy="64633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z="40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8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62D20-2BE2-43EB-8D35-40494E735EA7}" type="datetimeFigureOut">
              <a:rPr lang="en-GB" smtClean="0"/>
              <a:t>20/06/2026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63450-E0A6-4316-83E0-3064F17C7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69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64696-E1F3-49EF-AEC8-730A16D9A23F}" type="datetimeFigureOut">
              <a:rPr lang="en-US" altLang="en-US" smtClean="0"/>
              <a:pPr/>
              <a:t>6/20/2026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2A1B0-4691-41D9-84E0-69D594EAA3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3532122"/>
      </p:ext>
    </p:extLst>
  </p:cSld>
  <p:clrMap bg1="dk1" tx1="lt1" bg2="dk2" tx2="lt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ble.com/bible/compare/1JN.5.1-21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96DEA-36FF-2756-DF28-7C39D515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600" dirty="0">
                <a:solidFill>
                  <a:srgbClr val="FFFFFF"/>
                </a:solidFill>
              </a:rPr>
              <a:t>{{</a:t>
            </a:r>
            <a:r>
              <a:rPr lang="en-US" sz="4600" dirty="0" err="1">
                <a:solidFill>
                  <a:srgbClr val="FFFFFF"/>
                </a:solidFill>
              </a:rPr>
              <a:t>section_title</a:t>
            </a:r>
            <a:r>
              <a:rPr lang="en-US" sz="4600" dirty="0">
                <a:solidFill>
                  <a:srgbClr val="FFFFFF"/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09156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681C-E80B-51C6-BA9B-11D1B8B7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49" y="753227"/>
            <a:ext cx="10292478" cy="1080938"/>
          </a:xfrm>
        </p:spPr>
        <p:txBody>
          <a:bodyPr>
            <a:normAutofit/>
          </a:bodyPr>
          <a:lstStyle/>
          <a:p>
            <a:pPr algn="ctr"/>
            <a:r>
              <a:rPr lang="en-GB" sz="4800" dirty="0"/>
              <a:t>NEXT: Hymn – CHS {{</a:t>
            </a:r>
            <a:r>
              <a:rPr lang="en-GB" sz="4800" dirty="0" err="1"/>
              <a:t>hymn_number</a:t>
            </a:r>
            <a:r>
              <a:rPr lang="en-GB" sz="4800" dirty="0"/>
              <a:t>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BCC60-BF39-3269-8B3E-EB0B4ADAD7B5}"/>
              </a:ext>
            </a:extLst>
          </p:cNvPr>
          <p:cNvSpPr txBox="1"/>
          <p:nvPr/>
        </p:nvSpPr>
        <p:spPr>
          <a:xfrm>
            <a:off x="1219200" y="3276992"/>
            <a:ext cx="9753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/>
              <a:t>{{</a:t>
            </a:r>
            <a:r>
              <a:rPr lang="en-GB" sz="4800" dirty="0" err="1"/>
              <a:t>hymn_title</a:t>
            </a:r>
            <a:r>
              <a:rPr lang="en-GB" sz="4800" dirty="0"/>
              <a:t>}}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ADFFB-156C-A41B-3E1A-828F52981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251" y="542326"/>
            <a:ext cx="1384549" cy="15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E9EE-7261-0E0C-049F-934FF9430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2A868-A1E6-A749-D41E-7D417F6E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{{stanza}}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222BB-533B-4716-E180-66F3CBECCF8B}"/>
              </a:ext>
            </a:extLst>
          </p:cNvPr>
          <p:cNvSpPr txBox="1"/>
          <p:nvPr/>
        </p:nvSpPr>
        <p:spPr>
          <a:xfrm>
            <a:off x="977652" y="2598003"/>
            <a:ext cx="9753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/>
              <a:t>{{</a:t>
            </a:r>
            <a:r>
              <a:rPr lang="en-GB" sz="4800" dirty="0" err="1"/>
              <a:t>stanza_content</a:t>
            </a:r>
            <a:r>
              <a:rPr lang="en-GB" sz="4800" dirty="0"/>
              <a:t>}}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41B62-30B2-C2A8-A09F-23E03ACF0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251" y="542326"/>
            <a:ext cx="1384549" cy="15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9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878C-9DE8-2E7C-D951-81FDAC60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7608-52E1-AAEE-5567-A6F397A2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{{chorus}}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D52B2-F089-48DC-3911-0AA71A0F0168}"/>
              </a:ext>
            </a:extLst>
          </p:cNvPr>
          <p:cNvSpPr txBox="1"/>
          <p:nvPr/>
        </p:nvSpPr>
        <p:spPr>
          <a:xfrm>
            <a:off x="1101806" y="3429000"/>
            <a:ext cx="10321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/>
              <a:t>{{</a:t>
            </a:r>
            <a:r>
              <a:rPr lang="en-GB" sz="4800" dirty="0" err="1"/>
              <a:t>chorus_content</a:t>
            </a:r>
            <a:r>
              <a:rPr lang="en-GB" sz="4800" dirty="0"/>
              <a:t>}}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1F2DC-BEC4-CD78-9257-B02F0E82A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251" y="542326"/>
            <a:ext cx="1384549" cy="15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9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white horn&#10;&#10;Description automatically generated">
            <a:extLst>
              <a:ext uri="{FF2B5EF4-FFF2-40B4-BE49-F238E27FC236}">
                <a16:creationId xmlns:a16="http://schemas.microsoft.com/office/drawing/2014/main" id="{85BAC271-17CB-4B10-C2D9-242344CD1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6" r="59420" b="1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9F6AB7-8130-8D26-70C1-5DA89942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9393A-0458-2E68-5B58-F907C1ED1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2336873"/>
            <a:ext cx="6874932" cy="35993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2800" b="1" u="sng" dirty="0"/>
              <a:t>Join Us for Worship and Prayer!</a:t>
            </a:r>
            <a:endParaRPr lang="en-GB" sz="2800" u="sng" dirty="0"/>
          </a:p>
          <a:p>
            <a:r>
              <a:rPr lang="en-GB" b="1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Sunday Worship Service:</a:t>
            </a:r>
            <a:r>
              <a:rPr lang="en-GB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 Every Sunday from </a:t>
            </a:r>
            <a:r>
              <a:rPr lang="en-GB" b="1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10:00 AM to 12:15 PM</a:t>
            </a:r>
            <a:r>
              <a:rPr lang="en-GB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. Come and be part of our in-person gathering. </a:t>
            </a:r>
          </a:p>
          <a:p>
            <a:pPr marL="0" indent="0">
              <a:buNone/>
            </a:pPr>
            <a:endParaRPr lang="en-GB" dirty="0">
              <a:effectLst>
                <a:glow rad="25400">
                  <a:schemeClr val="tx1">
                    <a:lumMod val="95000"/>
                    <a:alpha val="40000"/>
                  </a:schemeClr>
                </a:glow>
                <a:outerShdw blurRad="50800" dist="50800" dir="5400000" sx="9000" sy="9000" algn="ctr" rotWithShape="0">
                  <a:srgbClr val="000000">
                    <a:alpha val="43137"/>
                  </a:srgbClr>
                </a:outerShdw>
                <a:reflection stA="77000" endPos="21000" dist="50800" dir="5400000" sy="-100000" algn="bl" rotWithShape="0"/>
              </a:effectLst>
            </a:endParaRPr>
          </a:p>
          <a:p>
            <a:r>
              <a:rPr lang="en-GB" b="1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Thursday Online Prayer:</a:t>
            </a:r>
            <a:r>
              <a:rPr lang="en-GB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 Every Thursday from </a:t>
            </a:r>
            <a:r>
              <a:rPr lang="en-GB" b="1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8:00 PM to 9:00 PM</a:t>
            </a:r>
            <a:r>
              <a:rPr lang="en-GB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 on WhatsApp via an </a:t>
            </a:r>
            <a:r>
              <a:rPr lang="en-GB" b="1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audio group call</a:t>
            </a:r>
            <a:r>
              <a:rPr lang="en-GB" dirty="0">
                <a:effectLst>
                  <a:glow rad="25400">
                    <a:schemeClr val="tx1">
                      <a:lumMod val="95000"/>
                      <a:alpha val="40000"/>
                    </a:schemeClr>
                  </a:glow>
                  <a:outerShdw blurRad="50800" dist="50800" dir="5400000" sx="9000" sy="9000" algn="ctr" rotWithShape="0">
                    <a:srgbClr val="000000">
                      <a:alpha val="43137"/>
                    </a:srgbClr>
                  </a:outerShdw>
                  <a:reflection stA="77000" endPos="21000" dist="50800" dir="5400000" sy="-100000" algn="bl" rotWithShape="0"/>
                </a:effectLst>
              </a:rPr>
              <a:t>. Connect with us from anywhere! </a:t>
            </a:r>
          </a:p>
          <a:p>
            <a:pPr marL="0" indent="0">
              <a:buNone/>
            </a:pP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252509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ffering.mp4">
            <a:hlinkClick r:id="" action="ppaction://media"/>
            <a:extLst>
              <a:ext uri="{FF2B5EF4-FFF2-40B4-BE49-F238E27FC236}">
                <a16:creationId xmlns:a16="http://schemas.microsoft.com/office/drawing/2014/main" id="{0E4E474A-F0C4-916F-8E78-BDC4FB9E3D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289178" cy="6912661"/>
          </a:xfrm>
          <a:prstGeom prst="rect">
            <a:avLst/>
          </a:prstGeom>
          <a:ln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35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lin ang="5400000" scaled="0"/>
              <a:tileRect/>
            </a:gradFill>
          </a:ln>
          <a:effectLst/>
        </p:spPr>
      </p:pic>
    </p:spTree>
    <p:extLst>
      <p:ext uri="{BB962C8B-B14F-4D97-AF65-F5344CB8AC3E}">
        <p14:creationId xmlns:p14="http://schemas.microsoft.com/office/powerpoint/2010/main" val="35218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BAF9F-254D-6EF0-5EC1-A8A990AD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8221A89-FE35-4C46-8874-69154D2A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Open book">
            <a:extLst>
              <a:ext uri="{FF2B5EF4-FFF2-40B4-BE49-F238E27FC236}">
                <a16:creationId xmlns:a16="http://schemas.microsoft.com/office/drawing/2014/main" id="{17264FA4-5F5B-3BC3-E2CF-9F3B5FBE890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15730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59ACC7A-6809-44E9-A594-85696A6C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1B39A-8789-6545-0AC4-DC47612A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{{</a:t>
            </a:r>
            <a:r>
              <a:rPr lang="en-US" sz="4800" dirty="0" err="1"/>
              <a:t>section_title</a:t>
            </a:r>
            <a:r>
              <a:rPr lang="en-US" sz="4800" dirty="0"/>
              <a:t>}}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E62B6A-C5F9-4D52-9F66-877735827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F95C49-E748-4D32-8417-22E5B6A6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AE10EC-5E3B-4FC0-B43F-1E445000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43D13-A395-5E7F-AB3C-4CB178D38C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541" y="4201528"/>
            <a:ext cx="1694137" cy="183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15517-295F-637D-8B79-BA8AC69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88A937-174E-763E-0386-649282CD2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085" y="183752"/>
            <a:ext cx="11538857" cy="6510962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GB" sz="3600" b="1" dirty="0"/>
              <a:t>{{</a:t>
            </a:r>
            <a:r>
              <a:rPr lang="en-GB" sz="3600" b="1" dirty="0" err="1"/>
              <a:t>bible_content</a:t>
            </a:r>
            <a:r>
              <a:rPr lang="en-GB" sz="3600" b="1" dirty="0"/>
              <a:t>}}</a:t>
            </a:r>
            <a:endParaRPr lang="en-GB" sz="36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94619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shade val="100000"/>
                <a:hueMod val="100000"/>
                <a:satMod val="110000"/>
                <a:lumMod val="79000"/>
                <a:lumOff val="21000"/>
              </a:schemeClr>
            </a:gs>
            <a:gs pos="100000">
              <a:schemeClr val="bg2">
                <a:shade val="78000"/>
                <a:hueMod val="44000"/>
                <a:satMod val="200000"/>
                <a:lumMod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1CDE7-2B54-34FE-9818-6DA86526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1B45BD-D05B-47CB-97E5-994F293A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DE151-4F7A-4E95-939F-18B2F607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9493E3-15CA-123B-691D-F6E3FA51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183829"/>
            <a:ext cx="8133812" cy="22897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8000" dirty="0"/>
              <a:t>Closing Prayer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3E1E67-68B8-49AF-8DBA-E7E08CD3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68225"/>
            <a:ext cx="12188824" cy="2289774"/>
          </a:xfrm>
          <a:prstGeom prst="rect">
            <a:avLst/>
          </a:prstGeom>
          <a:solidFill>
            <a:srgbClr val="181717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6FDE7C-B860-44EE-B294-C8358F7A8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3921" y="4568225"/>
            <a:ext cx="2764903" cy="22897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38FD11-B65D-E12E-B136-2BED9A368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441" y="4435429"/>
            <a:ext cx="2354383" cy="255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5233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Heritage and History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ck History Month_TM10103076_Win32_LH_v4" id="{5AE25372-5B71-4B3F-A332-C4D84C968E46}" vid="{07F4610E-88B6-4CC8-AAA7-899DFEA9E17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2003</TotalTime>
  <Words>105</Words>
  <Application>Microsoft Office PowerPoint</Application>
  <PresentationFormat>Widescreen</PresentationFormat>
  <Paragraphs>16</Paragraphs>
  <Slides>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Segoe UI</vt:lpstr>
      <vt:lpstr>Trebuchet MS</vt:lpstr>
      <vt:lpstr>Berlin</vt:lpstr>
      <vt:lpstr>2_Office Theme</vt:lpstr>
      <vt:lpstr>{{section_title}}</vt:lpstr>
      <vt:lpstr>NEXT: Hymn – CHS {{hymn_number}}</vt:lpstr>
      <vt:lpstr>{{stanza}}</vt:lpstr>
      <vt:lpstr>{{chorus}}</vt:lpstr>
      <vt:lpstr>ANNOUNCEMENT</vt:lpstr>
      <vt:lpstr>PowerPoint Presentation</vt:lpstr>
      <vt:lpstr>{{section_title}}</vt:lpstr>
      <vt:lpstr>PowerPoint Presentation</vt:lpstr>
      <vt:lpstr>Closing Prayer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Temitope Oluwasina</dc:creator>
  <cp:lastModifiedBy>Temitope Oluwasina</cp:lastModifiedBy>
  <cp:revision>30</cp:revision>
  <dcterms:created xsi:type="dcterms:W3CDTF">2025-08-02T06:57:26Z</dcterms:created>
  <dcterms:modified xsi:type="dcterms:W3CDTF">2026-06-20T08:35:20Z</dcterms:modified>
</cp:coreProperties>
</file>